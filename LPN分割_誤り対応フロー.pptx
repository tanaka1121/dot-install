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latin typeface="メイリオ"/>
              </a:rPr>
              <a:t>場合分け：LPN分割　誤り対応フロー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2103120" cy="914400"/>
          </a:xfrm>
          <a:prstGeom prst="roundRect">
            <a:avLst/>
          </a:prstGeom>
          <a:solidFill>
            <a:srgbClr val="E7E6E6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0">
                <a:solidFill>
                  <a:srgbClr val="000000"/>
                </a:solidFill>
                <a:latin typeface="メイリオ"/>
              </a:rPr>
              <a:t>①LPN分割を忘れて
即出荷してしまった</a:t>
            </a:r>
          </a:p>
        </p:txBody>
      </p:sp>
      <p:sp>
        <p:nvSpPr>
          <p:cNvPr id="4" name="Diamond 3"/>
          <p:cNvSpPr/>
          <p:nvPr/>
        </p:nvSpPr>
        <p:spPr>
          <a:xfrm>
            <a:off x="3017520" y="548640"/>
            <a:ext cx="1554480" cy="1097280"/>
          </a:xfrm>
          <a:prstGeom prst="diamond">
            <a:avLst/>
          </a:prstGeom>
          <a:solidFill>
            <a:srgbClr val="FFE699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0">
                <a:solidFill>
                  <a:srgbClr val="000000"/>
                </a:solidFill>
                <a:latin typeface="メイリオ"/>
              </a:rPr>
              <a:t>即出荷後に
LPN分割したか？</a:t>
            </a:r>
          </a:p>
        </p:txBody>
      </p:sp>
      <p:sp>
        <p:nvSpPr>
          <p:cNvPr id="5" name="Diamond 4"/>
          <p:cNvSpPr/>
          <p:nvPr/>
        </p:nvSpPr>
        <p:spPr>
          <a:xfrm>
            <a:off x="6675120" y="548640"/>
            <a:ext cx="1463040" cy="1097280"/>
          </a:xfrm>
          <a:prstGeom prst="diamond">
            <a:avLst/>
          </a:prstGeom>
          <a:solidFill>
            <a:srgbClr val="FFE699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0">
                <a:solidFill>
                  <a:srgbClr val="000000"/>
                </a:solidFill>
                <a:latin typeface="メイリオ"/>
              </a:rPr>
              <a:t>1RECか？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011680"/>
            <a:ext cx="1554480" cy="73152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000000"/>
                </a:solidFill>
                <a:latin typeface="メイリオ"/>
              </a:rPr>
              <a:t>oLPN統合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11680"/>
            <a:ext cx="2103120" cy="731520"/>
          </a:xfrm>
          <a:prstGeom prst="roundRect">
            <a:avLst/>
          </a:prstGeom>
          <a:solidFill>
            <a:srgbClr val="E7E6E6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0">
                <a:solidFill>
                  <a:srgbClr val="000000"/>
                </a:solidFill>
                <a:latin typeface="メイリオ"/>
              </a:rPr>
              <a:t>②LPN分割で
数量を誤った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11680"/>
            <a:ext cx="1645920" cy="73152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000000"/>
                </a:solidFill>
                <a:latin typeface="メイリオ"/>
              </a:rPr>
              <a:t>国内梱包_1REC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011680"/>
            <a:ext cx="2377440" cy="73152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000000"/>
                </a:solidFill>
                <a:latin typeface="メイリオ"/>
              </a:rPr>
              <a:t>国内梱包_複数REC
＋イレギュラー置き場へ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200400"/>
            <a:ext cx="2103120" cy="822960"/>
          </a:xfrm>
          <a:prstGeom prst="roundRect">
            <a:avLst/>
          </a:prstGeom>
          <a:solidFill>
            <a:srgbClr val="E7E6E6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0">
                <a:solidFill>
                  <a:srgbClr val="000000"/>
                </a:solidFill>
                <a:latin typeface="メイリオ"/>
              </a:rPr>
              <a:t>③LPN分割を
過剰に行った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200400"/>
            <a:ext cx="2103120" cy="82296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000000"/>
                </a:solidFill>
                <a:latin typeface="メイリオ"/>
              </a:rPr>
              <a:t>分割ラベルを使用する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297680"/>
            <a:ext cx="2103120" cy="822960"/>
          </a:xfrm>
          <a:prstGeom prst="roundRect">
            <a:avLst/>
          </a:prstGeom>
          <a:solidFill>
            <a:srgbClr val="E7E6E6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0">
                <a:solidFill>
                  <a:srgbClr val="000000"/>
                </a:solidFill>
                <a:latin typeface="メイリオ"/>
              </a:rPr>
              <a:t>④複数部材の分割を
途中で中断した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4297680"/>
            <a:ext cx="2103120" cy="82296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000000"/>
                </a:solidFill>
                <a:latin typeface="メイリオ"/>
              </a:rPr>
              <a:t>親部材集約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394960"/>
            <a:ext cx="2103120" cy="822960"/>
          </a:xfrm>
          <a:prstGeom prst="roundRect">
            <a:avLst/>
          </a:prstGeom>
          <a:solidFill>
            <a:srgbClr val="E7E6E6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0">
                <a:solidFill>
                  <a:srgbClr val="000000"/>
                </a:solidFill>
                <a:latin typeface="メイリオ"/>
              </a:rPr>
              <a:t>⑤プリンタの設定を
しないままLPN分割した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5394960"/>
            <a:ext cx="2377440" cy="82296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000000"/>
                </a:solidFill>
                <a:latin typeface="メイリオ"/>
              </a:rPr>
              <a:t>MAからラベル再印刷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77440" y="1097280"/>
            <a:ext cx="640080" cy="0"/>
          </a:xfrm>
          <a:prstGeom prst="bentConnector3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94760" y="1645920"/>
            <a:ext cx="0" cy="365760"/>
          </a:xfrm>
          <a:prstGeom prst="bentConnector3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29000" y="1664208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75623"/>
                </a:solidFill>
                <a:latin typeface="メイリオ"/>
              </a:rP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1097280"/>
            <a:ext cx="2103120" cy="0"/>
          </a:xfrm>
          <a:prstGeom prst="bentConnector3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257800" y="932688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9C0006"/>
                </a:solidFill>
                <a:latin typeface="メイリオ"/>
              </a:rP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492240" y="1645920"/>
            <a:ext cx="914400" cy="365760"/>
          </a:xfrm>
          <a:prstGeom prst="bentConnector3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0" y="1664208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75623"/>
                </a:solidFill>
                <a:latin typeface="メイリオ"/>
              </a:rPr>
              <a:t>YES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06640" y="1645920"/>
            <a:ext cx="1554480" cy="365760"/>
          </a:xfrm>
          <a:prstGeom prst="bentConnector3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818120" y="1664208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9C0006"/>
                </a:solidFill>
                <a:latin typeface="メイリオ"/>
              </a:rPr>
              <a:t>NO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77440" y="2377440"/>
            <a:ext cx="640080" cy="0"/>
          </a:xfrm>
          <a:prstGeom prst="bentConnector3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77440" y="3611880"/>
            <a:ext cx="640080" cy="0"/>
          </a:xfrm>
          <a:prstGeom prst="bentConnector3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77440" y="4709160"/>
            <a:ext cx="640080" cy="0"/>
          </a:xfrm>
          <a:prstGeom prst="bentConnector3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77440" y="5806440"/>
            <a:ext cx="640080" cy="0"/>
          </a:xfrm>
          <a:prstGeom prst="bentConnector3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